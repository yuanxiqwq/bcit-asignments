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4" r:id="rId6"/>
    <p:sldId id="259" r:id="rId7"/>
    <p:sldId id="265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8C84-650C-49CA-B537-F06A18F9E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BDECD-7241-429F-8726-1ECF360812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59B4F-643C-40E2-9A96-1C4A243A3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5E76B-AA56-4B92-8086-D8C2778CD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00609-62EC-4449-9E07-9B5EB39ED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2432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A44CF-E571-4868-8000-F0594769B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8F7B4-36A6-4571-9AD9-0B79A8440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B1044-D9FE-499F-9CCA-5E76721D4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9AFA5-57BA-4A42-9680-8A96BCBCB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6CB63-6B59-4DC6-8EC7-64C3BF75A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7557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78E85-6A79-42A6-8C55-A15380B06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9C636D-865A-4B78-AC9F-8DEDB7A7E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9E52-4E73-4C06-A9FD-309070FC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501E4-DE2F-4023-8C59-CAD2B717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FCD8B-03CF-44CA-B349-6BDEF1C8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8482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593-2E3D-4A03-86C6-8A9D0D46A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C7154-3637-493E-B327-437A2158FE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5E145-8224-4653-A519-C81B3BFC7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1003F-F249-4F29-94E9-C0C120E5C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D7D275-8958-45C8-9165-EB0FE9F7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4F023-9652-432E-99C2-B64FCFFC8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17770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FBCED-57D6-4BB6-B7DB-B12D91768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EAC6-DC9F-42E5-883A-DA4D9513C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058CF-8B79-488D-A42B-F9868060D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69866-5068-4201-AEB7-C15FCD057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58E1B-2898-4A34-B9ED-38ACCBE880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275EA1-54E1-44EF-98E7-78C9E65B8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938140-C8B8-47D1-BBE8-8CEA57B32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5566E-86FB-491E-92D8-96599D3B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7904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13BF0-35AF-4762-AD40-20DE49C2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5EAF61-FF70-4CC9-8CD1-68E33E948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E0DD77-993B-48D1-850D-891A9825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357EA-4218-4185-ACA1-E9BCB05D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2905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288C14-DB01-4921-A3F4-1BD29B4E9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9BB573-6A21-4C65-B14B-51EC98106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3B6109-6576-48C3-AA1F-5FC40B62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86014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7AB7-8723-4E29-B850-27FDC8BCA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0421-5844-45B1-8D41-58A5F3F07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A573B-FAB8-4CE9-8809-36723AE13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E3F53-E215-4519-9ED2-785505AC2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ACB88F-8198-40AC-976D-65AED912F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60729-FB64-4351-8C60-D202CA8DA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6380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DDD31-554F-4FDB-BF74-5B733944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0E5497-C06F-4BDF-8CE4-36B123842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B2216-4D3F-4C19-B09D-CB0FA7688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D5929-6D38-4B14-B2FC-B0E4DB69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329020-705F-4F50-A677-EDDF740B1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5CC33-5DE1-469E-BB25-E6109B31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6697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6593-41C6-4592-A5B6-456EF78BE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E3E1AD-7747-401E-A1C6-8329C53A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4893D-B821-4BEB-AE89-D3A993A2A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065C0-DCD3-4CFB-AA84-892AB084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00ED-531C-401C-BCA8-CBBCAE669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7662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A3648B-BE72-4EE9-8352-0FD317984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A86E64-D830-400D-A05B-63AA8783CA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DC958-05BA-462E-9759-3C52FCC51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6FF4E-00A7-4366-AD51-A9B6696C2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5FDE5-AD22-4024-8757-7F2F0EE6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54014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CD80C8-ED5B-4345-A87F-63DBF673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2E631-536A-4245-A020-4EFEB50DE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53805-D7BB-4A94-840F-17068738B9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04BAA3-E161-468D-B1D3-A5367BA69DED}" type="datetimeFigureOut">
              <a:rPr lang="en-CA" smtClean="0"/>
              <a:t>2025-03-10</a:t>
            </a:fld>
            <a:endParaRPr lang="en-CA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CA6BB-267D-4C9C-AD58-8436A89C1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2A54C-FBB7-477F-A6E7-25372D8B6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B2E8A-0E20-4271-81C0-4F9256938726}" type="slidenum">
              <a:rPr lang="en-CA" smtClean="0"/>
              <a:t>‹#›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9238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88776"/>
            <a:ext cx="11754035" cy="6587231"/>
          </a:xfrm>
        </p:spPr>
        <p:txBody>
          <a:bodyPr/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Software Engineering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Methods and Tools</a:t>
            </a:r>
          </a:p>
          <a:p>
            <a:pPr marL="0" indent="0" algn="ctr">
              <a:buNone/>
            </a:pPr>
            <a:r>
              <a:rPr lang="en-CA" dirty="0"/>
              <a:t>to</a:t>
            </a:r>
          </a:p>
          <a:p>
            <a:pPr marL="0" indent="0" algn="ctr">
              <a:buNone/>
            </a:pPr>
            <a:r>
              <a:rPr lang="en-CA" dirty="0"/>
              <a:t>build the </a:t>
            </a:r>
            <a:r>
              <a:rPr lang="en-CA" u="sng" dirty="0"/>
              <a:t>right</a:t>
            </a:r>
            <a:r>
              <a:rPr lang="en-CA" dirty="0"/>
              <a:t> product &amp; build it </a:t>
            </a:r>
            <a:r>
              <a:rPr lang="en-CA" u="sng" dirty="0"/>
              <a:t>right</a:t>
            </a:r>
          </a:p>
          <a:p>
            <a:pPr marL="0" indent="0" algn="ctr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53387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62143"/>
            <a:ext cx="11754035" cy="666713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CA" dirty="0"/>
              <a:t>Software Life Cycle</a:t>
            </a:r>
          </a:p>
          <a:p>
            <a:pPr marL="0" indent="0">
              <a:buNone/>
            </a:pPr>
            <a:r>
              <a:rPr lang="en-CA" dirty="0"/>
              <a:t>Requirements Phase	</a:t>
            </a:r>
          </a:p>
          <a:p>
            <a:pPr marL="0" indent="0">
              <a:buNone/>
            </a:pPr>
            <a:r>
              <a:rPr lang="en-CA" dirty="0"/>
              <a:t>	What to develop?  Involves requirements elicitation activities.		</a:t>
            </a:r>
          </a:p>
          <a:p>
            <a:pPr marL="0" indent="0">
              <a:buNone/>
            </a:pPr>
            <a:r>
              <a:rPr lang="en-CA" dirty="0"/>
              <a:t>	Output of this phase are the Requirements Specs &amp; Test Cases </a:t>
            </a:r>
          </a:p>
          <a:p>
            <a:pPr marL="0" indent="0">
              <a:buNone/>
            </a:pPr>
            <a:r>
              <a:rPr lang="en-CA" dirty="0"/>
              <a:t>Design Phase</a:t>
            </a:r>
          </a:p>
          <a:p>
            <a:pPr marL="0" indent="0">
              <a:buNone/>
            </a:pPr>
            <a:r>
              <a:rPr lang="en-CA" dirty="0"/>
              <a:t>	How to develop? A blueprint to translate specs into code is created.</a:t>
            </a:r>
          </a:p>
          <a:p>
            <a:pPr marL="0" indent="0">
              <a:buNone/>
            </a:pPr>
            <a:r>
              <a:rPr lang="en-CA" dirty="0"/>
              <a:t>	Output of this phase are the Architecture &amp; Detail Design </a:t>
            </a:r>
          </a:p>
          <a:p>
            <a:pPr marL="0" indent="0">
              <a:buNone/>
            </a:pPr>
            <a:r>
              <a:rPr lang="en-CA" dirty="0"/>
              <a:t>Implementation Phase</a:t>
            </a:r>
          </a:p>
          <a:p>
            <a:pPr marL="0" indent="0">
              <a:buNone/>
            </a:pPr>
            <a:r>
              <a:rPr lang="en-CA" dirty="0"/>
              <a:t>	Product Manifestation takes place.</a:t>
            </a:r>
          </a:p>
          <a:p>
            <a:pPr marL="0" indent="0">
              <a:buNone/>
            </a:pPr>
            <a:r>
              <a:rPr lang="en-CA" dirty="0"/>
              <a:t>	Output of the phase includes Code, Unit Test Results &amp; Documentation</a:t>
            </a:r>
          </a:p>
          <a:p>
            <a:pPr marL="0" indent="0">
              <a:buNone/>
            </a:pPr>
            <a:r>
              <a:rPr lang="en-CA" dirty="0"/>
              <a:t>Testing &amp; QA</a:t>
            </a:r>
          </a:p>
          <a:p>
            <a:pPr marL="0" indent="0">
              <a:buNone/>
            </a:pPr>
            <a:r>
              <a:rPr lang="en-CA" dirty="0"/>
              <a:t>	Verification (right product) &amp; Validation (build right) takes place</a:t>
            </a:r>
          </a:p>
          <a:p>
            <a:pPr marL="0" indent="0">
              <a:buNone/>
            </a:pPr>
            <a:r>
              <a:rPr lang="en-CA" dirty="0"/>
              <a:t>	QA &amp; Test Results are captures</a:t>
            </a:r>
          </a:p>
          <a:p>
            <a:pPr marL="0" indent="0">
              <a:buNone/>
            </a:pPr>
            <a:r>
              <a:rPr lang="en-CA" dirty="0"/>
              <a:t>Maintenance </a:t>
            </a:r>
          </a:p>
          <a:p>
            <a:pPr marL="0" indent="0">
              <a:buNone/>
            </a:pPr>
            <a:r>
              <a:rPr lang="en-CA" dirty="0"/>
              <a:t>	Bug reports are handled and above phases are repeated to add new features</a:t>
            </a:r>
          </a:p>
        </p:txBody>
      </p:sp>
    </p:spTree>
    <p:extLst>
      <p:ext uri="{BB962C8B-B14F-4D97-AF65-F5344CB8AC3E}">
        <p14:creationId xmlns:p14="http://schemas.microsoft.com/office/powerpoint/2010/main" val="3319810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62143"/>
            <a:ext cx="11754035" cy="66671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Common patterns of software life cycle are referred to as </a:t>
            </a:r>
          </a:p>
          <a:p>
            <a:pPr marL="0" indent="0" algn="ctr">
              <a:buNone/>
            </a:pPr>
            <a:r>
              <a:rPr lang="en-CA" dirty="0"/>
              <a:t>Software Process Models.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Several such process models have been identified or defined.</a:t>
            </a:r>
          </a:p>
        </p:txBody>
      </p:sp>
    </p:spTree>
    <p:extLst>
      <p:ext uri="{BB962C8B-B14F-4D97-AF65-F5344CB8AC3E}">
        <p14:creationId xmlns:p14="http://schemas.microsoft.com/office/powerpoint/2010/main" val="3334763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88776"/>
            <a:ext cx="11754035" cy="6587231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/>
              <a:t>Software Process Models</a:t>
            </a:r>
          </a:p>
        </p:txBody>
      </p:sp>
      <p:pic>
        <p:nvPicPr>
          <p:cNvPr id="4" name="Picture 3" descr="C:\Users\A00006472\Documents\Book2\Main\Life Cycle\Models&amp;Diagrams\WaterfallModel.png">
            <a:extLst>
              <a:ext uri="{FF2B5EF4-FFF2-40B4-BE49-F238E27FC236}">
                <a16:creationId xmlns:a16="http://schemas.microsoft.com/office/drawing/2014/main" id="{48CD1C18-5D4B-43E8-9EBB-78116D7F6C2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149" y="710214"/>
            <a:ext cx="6871316" cy="580599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888315-2516-4124-B48C-064DC94ED5F7}"/>
              </a:ext>
            </a:extLst>
          </p:cNvPr>
          <p:cNvSpPr txBox="1"/>
          <p:nvPr/>
        </p:nvSpPr>
        <p:spPr>
          <a:xfrm>
            <a:off x="686835" y="2871521"/>
            <a:ext cx="2624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 err="1"/>
              <a:t>WaterFall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766911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88776"/>
            <a:ext cx="11754035" cy="6587231"/>
          </a:xfrm>
        </p:spPr>
        <p:txBody>
          <a:bodyPr/>
          <a:lstStyle/>
          <a:p>
            <a:pPr marL="0" indent="0" algn="ctr">
              <a:buNone/>
            </a:pPr>
            <a:r>
              <a:rPr lang="en-CA" dirty="0"/>
              <a:t>Software Process Models</a:t>
            </a:r>
          </a:p>
        </p:txBody>
      </p:sp>
      <p:pic>
        <p:nvPicPr>
          <p:cNvPr id="7" name="Picture 6" descr="C:\Users\A00006472\Documents\Book2\Main\Life Cycle\Models&amp;Diagrams\IterativeModel.png">
            <a:extLst>
              <a:ext uri="{FF2B5EF4-FFF2-40B4-BE49-F238E27FC236}">
                <a16:creationId xmlns:a16="http://schemas.microsoft.com/office/drawing/2014/main" id="{0D6AB904-81C2-4413-8645-18753575F0D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988" y="834501"/>
            <a:ext cx="7057452" cy="5592931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5260407-AE8F-45C1-94E5-C2742107963C}"/>
              </a:ext>
            </a:extLst>
          </p:cNvPr>
          <p:cNvSpPr txBox="1"/>
          <p:nvPr/>
        </p:nvSpPr>
        <p:spPr>
          <a:xfrm>
            <a:off x="1045235" y="1254858"/>
            <a:ext cx="2103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dirty="0"/>
              <a:t>Iterative</a:t>
            </a:r>
          </a:p>
        </p:txBody>
      </p:sp>
    </p:spTree>
    <p:extLst>
      <p:ext uri="{BB962C8B-B14F-4D97-AF65-F5344CB8AC3E}">
        <p14:creationId xmlns:p14="http://schemas.microsoft.com/office/powerpoint/2010/main" val="920687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:\Users\A00006472\Documents\Book2\Main\Life Cycle\Models&amp;Diagrams\AgileModel.png">
            <a:extLst>
              <a:ext uri="{FF2B5EF4-FFF2-40B4-BE49-F238E27FC236}">
                <a16:creationId xmlns:a16="http://schemas.microsoft.com/office/drawing/2014/main" id="{ABFD41EA-3F43-4D6C-8106-604E2CDA8CA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7930" y="1074197"/>
            <a:ext cx="5471159" cy="4989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C:\Users\A00006472\Documents\Book2\Main\Life Cycle\Models&amp;Diagrams\SpiralModel.png">
            <a:extLst>
              <a:ext uri="{FF2B5EF4-FFF2-40B4-BE49-F238E27FC236}">
                <a16:creationId xmlns:a16="http://schemas.microsoft.com/office/drawing/2014/main" id="{CA63672B-F72F-4309-A96F-E604945F3422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" y="754602"/>
            <a:ext cx="5798820" cy="551261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F3BD49-9FF7-46C4-A0C0-E3AF86C3C7F4}"/>
              </a:ext>
            </a:extLst>
          </p:cNvPr>
          <p:cNvSpPr txBox="1"/>
          <p:nvPr/>
        </p:nvSpPr>
        <p:spPr>
          <a:xfrm>
            <a:off x="2020633" y="6363035"/>
            <a:ext cx="1394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Spiral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B136C6-E5D4-4AAE-B238-E200A51E52F4}"/>
              </a:ext>
            </a:extLst>
          </p:cNvPr>
          <p:cNvSpPr txBox="1"/>
          <p:nvPr/>
        </p:nvSpPr>
        <p:spPr>
          <a:xfrm>
            <a:off x="9122990" y="6267212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Agile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77967F-7F3A-4F20-8AFF-E827B25FB963}"/>
              </a:ext>
            </a:extLst>
          </p:cNvPr>
          <p:cNvSpPr txBox="1"/>
          <p:nvPr/>
        </p:nvSpPr>
        <p:spPr>
          <a:xfrm>
            <a:off x="3595457" y="206441"/>
            <a:ext cx="54153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 dirty="0"/>
              <a:t>Software Process Models</a:t>
            </a:r>
          </a:p>
        </p:txBody>
      </p:sp>
    </p:spTree>
    <p:extLst>
      <p:ext uri="{BB962C8B-B14F-4D97-AF65-F5344CB8AC3E}">
        <p14:creationId xmlns:p14="http://schemas.microsoft.com/office/powerpoint/2010/main" val="4085336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5D148-E432-4BCF-B934-18D9B1DF8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0718" y="355107"/>
            <a:ext cx="11043082" cy="6294268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Irrespective of the underlying process model </a:t>
            </a:r>
          </a:p>
          <a:p>
            <a:r>
              <a:rPr lang="en-CA" dirty="0"/>
              <a:t>a requirements phase to define the product, and </a:t>
            </a:r>
          </a:p>
          <a:p>
            <a:r>
              <a:rPr lang="en-CA" dirty="0"/>
              <a:t>either a formal design phase upfront or refactoring/redesign after the code is written to address maintainability and other software quality </a:t>
            </a:r>
          </a:p>
          <a:p>
            <a:pPr marL="0" indent="0">
              <a:buNone/>
            </a:pPr>
            <a:r>
              <a:rPr lang="en-CA" dirty="0"/>
              <a:t>will take place</a:t>
            </a:r>
          </a:p>
        </p:txBody>
      </p:sp>
    </p:spTree>
    <p:extLst>
      <p:ext uri="{BB962C8B-B14F-4D97-AF65-F5344CB8AC3E}">
        <p14:creationId xmlns:p14="http://schemas.microsoft.com/office/powerpoint/2010/main" val="31041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88776"/>
            <a:ext cx="11754035" cy="65872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CA" b="1" dirty="0"/>
              <a:t>Software Definition</a:t>
            </a:r>
          </a:p>
          <a:p>
            <a:r>
              <a:rPr lang="en-CA" dirty="0"/>
              <a:t>Functional Requirements</a:t>
            </a:r>
          </a:p>
          <a:p>
            <a:pPr lvl="1"/>
            <a:r>
              <a:rPr lang="en-CA" dirty="0"/>
              <a:t>What functionality the software system provides</a:t>
            </a:r>
          </a:p>
          <a:p>
            <a:pPr lvl="2"/>
            <a:r>
              <a:rPr lang="en-CA" dirty="0"/>
              <a:t>Expressed as </a:t>
            </a:r>
          </a:p>
          <a:p>
            <a:pPr lvl="3"/>
            <a:r>
              <a:rPr lang="en-CA" dirty="0"/>
              <a:t>User Stories (Agile Process Model)</a:t>
            </a:r>
          </a:p>
          <a:p>
            <a:pPr lvl="3"/>
            <a:r>
              <a:rPr lang="en-CA" dirty="0"/>
              <a:t>“shall” statements (traditional IEEE/ISO based process models)</a:t>
            </a:r>
          </a:p>
          <a:p>
            <a:pPr lvl="3"/>
            <a:r>
              <a:rPr lang="en-CA" dirty="0"/>
              <a:t>UML Use Case Diagram</a:t>
            </a:r>
          </a:p>
          <a:p>
            <a:pPr lvl="2"/>
            <a:r>
              <a:rPr lang="en-CA" dirty="0"/>
              <a:t>Verified using</a:t>
            </a:r>
          </a:p>
          <a:p>
            <a:pPr lvl="3"/>
            <a:r>
              <a:rPr lang="en-CA" dirty="0"/>
              <a:t>Acceptance Testing</a:t>
            </a:r>
          </a:p>
          <a:p>
            <a:r>
              <a:rPr lang="en-CA" dirty="0"/>
              <a:t>Non Functional Requirements</a:t>
            </a:r>
          </a:p>
          <a:p>
            <a:pPr lvl="1"/>
            <a:r>
              <a:rPr lang="en-CA" dirty="0"/>
              <a:t>How well the functionality is provided</a:t>
            </a:r>
          </a:p>
          <a:p>
            <a:pPr lvl="2"/>
            <a:r>
              <a:rPr lang="en-CA" dirty="0"/>
              <a:t>Expressed as </a:t>
            </a:r>
          </a:p>
          <a:p>
            <a:pPr lvl="3"/>
            <a:r>
              <a:rPr lang="en-CA" dirty="0"/>
              <a:t>performance, scalability, reliability, availability, security, maintainability, usability, accessibility measures or metrics</a:t>
            </a:r>
          </a:p>
          <a:p>
            <a:pPr lvl="2"/>
            <a:r>
              <a:rPr lang="en-CA" dirty="0"/>
              <a:t> Verified using</a:t>
            </a:r>
          </a:p>
          <a:p>
            <a:pPr lvl="3"/>
            <a:r>
              <a:rPr lang="en-CA" dirty="0"/>
              <a:t>performance, scalability/load, [regression, black box, reliability], stress, security, maintainability, usability, accessibility tests</a:t>
            </a:r>
          </a:p>
          <a:p>
            <a:pPr lvl="3"/>
            <a:r>
              <a:rPr lang="en-CA" dirty="0"/>
              <a:t>Static code analysis</a:t>
            </a:r>
          </a:p>
          <a:p>
            <a:pPr lvl="3"/>
            <a:r>
              <a:rPr lang="en-CA" dirty="0"/>
              <a:t>Models</a:t>
            </a:r>
          </a:p>
          <a:p>
            <a:pPr marL="0" indent="0">
              <a:buNone/>
            </a:pPr>
            <a:endParaRPr lang="en-CA" b="1" dirty="0"/>
          </a:p>
          <a:p>
            <a:pPr marL="0" indent="0">
              <a:buNone/>
            </a:pPr>
            <a:r>
              <a:rPr lang="en-CA" b="1" dirty="0"/>
              <a:t>Software Design</a:t>
            </a:r>
          </a:p>
          <a:p>
            <a:r>
              <a:rPr lang="en-CA" dirty="0"/>
              <a:t>Expressed as</a:t>
            </a:r>
          </a:p>
          <a:p>
            <a:pPr lvl="1"/>
            <a:r>
              <a:rPr lang="en-CA" dirty="0"/>
              <a:t>Architecture (UML Deployment, Component and/or Package Diagram)</a:t>
            </a:r>
          </a:p>
          <a:p>
            <a:pPr lvl="1"/>
            <a:r>
              <a:rPr lang="en-CA" dirty="0"/>
              <a:t>Detailed Design (UML Class, and  Sequence, State-Machine, Activity and/or Timing Diagrams)</a:t>
            </a:r>
          </a:p>
          <a:p>
            <a:pPr marL="0" indent="0" algn="ctr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90751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88776"/>
            <a:ext cx="11754035" cy="65872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Behaviour (Test) Driven Development </a:t>
            </a:r>
          </a:p>
          <a:p>
            <a:pPr marL="0" indent="0" algn="ctr">
              <a:buNone/>
            </a:pPr>
            <a:r>
              <a:rPr lang="en-CA" dirty="0"/>
              <a:t>(Android &amp; Java, Espresso, JUnit, Jenkins &amp; Git)</a:t>
            </a:r>
          </a:p>
          <a:p>
            <a:pPr marL="0" indent="0" algn="ctr">
              <a:buNone/>
            </a:pPr>
            <a:endParaRPr lang="en-CA" dirty="0"/>
          </a:p>
          <a:p>
            <a:pPr marL="0" indent="0" algn="ctr">
              <a:buNone/>
            </a:pPr>
            <a:r>
              <a:rPr lang="en-CA" dirty="0"/>
              <a:t> </a:t>
            </a:r>
          </a:p>
        </p:txBody>
      </p:sp>
      <p:pic>
        <p:nvPicPr>
          <p:cNvPr id="5" name="Picture 4" descr="C:\Users\A00006472\Documents\Book2\Main\Life Cycle\Models&amp;Diagrams\AcceptanceTestDriveDevelopment.png">
            <a:extLst>
              <a:ext uri="{FF2B5EF4-FFF2-40B4-BE49-F238E27FC236}">
                <a16:creationId xmlns:a16="http://schemas.microsoft.com/office/drawing/2014/main" id="{A5D77F6B-F468-48E9-AB73-65FFE84CE0D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6312" y="3087432"/>
            <a:ext cx="6316979" cy="3345181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8E86D3F-3D9E-45C1-B43C-AC1644EAEA1F}"/>
              </a:ext>
            </a:extLst>
          </p:cNvPr>
          <p:cNvSpPr txBox="1"/>
          <p:nvPr/>
        </p:nvSpPr>
        <p:spPr>
          <a:xfrm>
            <a:off x="1368863" y="4923766"/>
            <a:ext cx="268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Test Driven development</a:t>
            </a:r>
          </a:p>
        </p:txBody>
      </p:sp>
    </p:spTree>
    <p:extLst>
      <p:ext uri="{BB962C8B-B14F-4D97-AF65-F5344CB8AC3E}">
        <p14:creationId xmlns:p14="http://schemas.microsoft.com/office/powerpoint/2010/main" val="2220179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FCD3B-3784-46B3-85FF-BDADB355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165" y="88776"/>
            <a:ext cx="11754035" cy="6587231"/>
          </a:xfrm>
        </p:spPr>
        <p:txBody>
          <a:bodyPr/>
          <a:lstStyle/>
          <a:p>
            <a:pPr marL="0" indent="0" algn="ctr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9646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366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Tejinder Randhawa</dc:creator>
  <cp:lastModifiedBy>Tejinder Randhawa</cp:lastModifiedBy>
  <cp:revision>15</cp:revision>
  <dcterms:created xsi:type="dcterms:W3CDTF">2021-09-07T06:03:53Z</dcterms:created>
  <dcterms:modified xsi:type="dcterms:W3CDTF">2025-03-10T16:51:26Z</dcterms:modified>
</cp:coreProperties>
</file>